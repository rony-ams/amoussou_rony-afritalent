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94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mp"/><Relationship Id="rId5" Type="http://schemas.openxmlformats.org/officeDocument/2006/relationships/image" Target="../media/image3.tm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7" Type="http://schemas.openxmlformats.org/officeDocument/2006/relationships/image" Target="../media/image10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tmp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ony-ams.github.io/AMOUSSOU_Rony-AfriTalent/" TargetMode="Externa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4153" y="61705"/>
            <a:ext cx="3845293" cy="3209461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8486273" y="2389252"/>
            <a:ext cx="3489158" cy="3455469"/>
          </a:xfrm>
          <a:prstGeom prst="ellipse">
            <a:avLst/>
          </a:prstGeom>
          <a:solidFill>
            <a:srgbClr val="60A5F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331" y="4530653"/>
            <a:ext cx="2516588" cy="2327347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— SEMESTRE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C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entre freelances tech et entreprises en Afrique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78638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321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et Prénom :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AMOUSSOU Rony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53218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DSBD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53218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17/06/2026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04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404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: palette &amp; polices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1181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118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 visuelles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831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38313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544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4544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d'écran des pages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5257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JavaScript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Bootstrap &amp; CSS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72200" y="2404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2404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&amp; déploiement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72200" y="31181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18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72200" y="3831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38313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172200" y="4544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4544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17220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5257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connaît une croissance explosive en Afrique. AfriTalent est une plateforme fictive qui met en relation freelances (développeurs, designers, créateurs de contenu) et entreprises à la recherche de talents.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site vitrine complet, moderne et responsive qui présente la plateforme, ses fonctionnalités et ses tarifs, et qui convainc les visiteurs de s'inscrire.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(développeurs, designers, marketeurs) et entreprises africaines cherchant des talents qualifiés à distance.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0" y="1691640"/>
            <a:ext cx="4572000" cy="4434840"/>
          </a:xfrm>
          <a:prstGeom prst="roundRect">
            <a:avLst>
              <a:gd name="adj" fmla="val 2474"/>
            </a:avLst>
          </a:prstGeom>
          <a:solidFill>
            <a:srgbClr val="1B13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235440" y="5053"/>
            <a:ext cx="2926080" cy="292608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 (fictifs)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+2 500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40664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inscrits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0664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partenaires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0" y="4800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+12 000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06640" y="5394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de couleurs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palette bleu / violet a été choisie pour évoquer la confiance (bleu, technologie) et la créativité (violet, innovation) — deux valeurs clés d'une plateforme freelance tech.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03845" y="2450592"/>
            <a:ext cx="2011680" cy="2377440"/>
          </a:xfrm>
          <a:prstGeom prst="roundRect">
            <a:avLst>
              <a:gd name="adj" fmla="val 4545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68580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profond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#1B1340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2438801"/>
            <a:ext cx="2011680" cy="2377440"/>
          </a:xfrm>
          <a:prstGeom prst="roundRect">
            <a:avLst>
              <a:gd name="adj" fmla="val 4545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292608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principal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#6D28D9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422438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563E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12" name="Text 10"/>
          <p:cNvSpPr/>
          <p:nvPr/>
        </p:nvSpPr>
        <p:spPr>
          <a:xfrm>
            <a:off x="516636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principal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663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85060" y="2438801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60A5F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sp>
        <p:nvSpPr>
          <p:cNvPr id="15" name="Text 13"/>
          <p:cNvSpPr/>
          <p:nvPr/>
        </p:nvSpPr>
        <p:spPr>
          <a:xfrm>
            <a:off x="740664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clair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066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#60A5FA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2423160"/>
            <a:ext cx="2011680" cy="2377440"/>
          </a:xfrm>
          <a:prstGeom prst="roundRect">
            <a:avLst>
              <a:gd name="adj" fmla="val 4545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18" name="Text 16"/>
          <p:cNvSpPr/>
          <p:nvPr/>
        </p:nvSpPr>
        <p:spPr>
          <a:xfrm>
            <a:off x="964692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cassé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4692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#F8F8FC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84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définies dans :root → --color-primary, --color-secondary, --color-accent, --color-bg, --color-text, --font-heading…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Typographie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 TITRES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251200"/>
            <a:ext cx="4389120" cy="214376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: typographie géométrique, moderne et expressive — parfaite pour un H1 percutant et une identité tech affirmée.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 CORPS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Arial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00800" y="34747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: excellente lisibilité sur écran à toutes tailles, idéale pour les paragraphes, formulaires et cartes de profils</a:t>
            </a:r>
            <a:r>
              <a:rPr lang="en-US" sz="1300" i="1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26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visuelles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d'inspiration sur des plateformes de référence en design web.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B13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B13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46420" y="2788920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3" name="Image 1" descr="/home/claude/afritalent_ppt/icons/palet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86" y="2974086"/>
            <a:ext cx="452628" cy="4526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Dribbble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7720" y="4297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UI/UX et composants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à insérer ]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4672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B13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95460" y="2788920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9" name="Image 2" descr="/home/claude/afritalent_ppt/icons/lay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626" y="2974086"/>
            <a:ext cx="452628" cy="4526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Bento Grid (2026)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6760" y="4297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de mise en page modulaire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2104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à insérer ]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36C7C205-E653-40C8-A6E6-AA3625292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95" y="2706624"/>
            <a:ext cx="3072865" cy="280874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1810293C-93BC-434A-9226-948A40DA08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471531"/>
            <a:ext cx="3111247" cy="3043839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DB8F3129-4EB8-4525-A6C7-1CF679138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850" y="2560319"/>
            <a:ext cx="3222831" cy="3043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1B13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PROJET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NOM-Prenom-AfriTalent/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css/style.css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js/main.js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docs/Presentation.pptx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691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ENTRE LES 5 PAGES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2240280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17920" y="25237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hero, étapes, catégories, témoignages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3017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971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33009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profils filtrable par catégorie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3794760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17920" y="40782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tarifaires + FAQ en accordion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45720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17920" y="48554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équipe, valeurs, chiffres clés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5349240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5303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17920" y="56327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en JavaScript + carte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392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54209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d'écran des pages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7532" y="926791"/>
            <a:ext cx="4056085" cy="2923313"/>
          </a:xfrm>
          <a:prstGeom prst="roundRect">
            <a:avLst>
              <a:gd name="adj" fmla="val 3509"/>
            </a:avLst>
          </a:prstGeom>
          <a:solidFill>
            <a:srgbClr val="F1EEFB"/>
          </a:solidFill>
          <a:ln w="12700">
            <a:solidFill>
              <a:srgbClr val="D8D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663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27621" y="751733"/>
            <a:ext cx="3821230" cy="2986720"/>
          </a:xfrm>
          <a:prstGeom prst="roundRect">
            <a:avLst>
              <a:gd name="adj" fmla="val 3509"/>
            </a:avLst>
          </a:prstGeom>
          <a:solidFill>
            <a:srgbClr val="F1EEFB"/>
          </a:solidFill>
          <a:ln w="12700">
            <a:solidFill>
              <a:srgbClr val="D8D2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98064" y="4663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89482" y="751732"/>
            <a:ext cx="3426594" cy="3011964"/>
          </a:xfrm>
          <a:prstGeom prst="roundRect">
            <a:avLst>
              <a:gd name="adj" fmla="val 3509"/>
            </a:avLst>
          </a:prstGeom>
          <a:solidFill>
            <a:srgbClr val="F1EEFB"/>
          </a:solidFill>
          <a:ln w="12700">
            <a:solidFill>
              <a:srgbClr val="D8D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4197" y="4001340"/>
            <a:ext cx="4881454" cy="2518331"/>
          </a:xfrm>
          <a:prstGeom prst="roundRect">
            <a:avLst>
              <a:gd name="adj" fmla="val 3509"/>
            </a:avLst>
          </a:prstGeom>
          <a:solidFill>
            <a:srgbClr val="F1EEFB"/>
          </a:solidFill>
          <a:ln w="12700">
            <a:solidFill>
              <a:srgbClr val="D8D2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296912" y="4663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F029541-991B-4409-9051-844224819CB8}"/>
              </a:ext>
            </a:extLst>
          </p:cNvPr>
          <p:cNvSpPr/>
          <p:nvPr/>
        </p:nvSpPr>
        <p:spPr>
          <a:xfrm>
            <a:off x="6062359" y="3934806"/>
            <a:ext cx="5486399" cy="2592810"/>
          </a:xfrm>
          <a:prstGeom prst="roundRect">
            <a:avLst>
              <a:gd name="adj" fmla="val 3509"/>
            </a:avLst>
          </a:prstGeom>
          <a:solidFill>
            <a:srgbClr val="F1EEFB"/>
          </a:solidFill>
          <a:ln w="12700">
            <a:solidFill>
              <a:srgbClr val="D8D2F0"/>
            </a:solidFill>
            <a:prstDash val="solid"/>
          </a:ln>
        </p:spPr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5DBF5F4F-49F1-4C36-A488-FEC91D9AE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8249"/>
            <a:ext cx="3821230" cy="2656626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3C84F125-009F-4D54-8F7D-C6CE72D1467E}"/>
              </a:ext>
            </a:extLst>
          </p:cNvPr>
          <p:cNvSpPr/>
          <p:nvPr/>
        </p:nvSpPr>
        <p:spPr>
          <a:xfrm>
            <a:off x="7818279" y="64282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25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FC6CF4F-9DD9-43EB-800E-2F9C0DA15BC6}"/>
              </a:ext>
            </a:extLst>
          </p:cNvPr>
          <p:cNvSpPr/>
          <p:nvPr/>
        </p:nvSpPr>
        <p:spPr>
          <a:xfrm>
            <a:off x="1591056" y="6153911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propos.html</a:t>
            </a:r>
            <a:endParaRPr lang="en-US" sz="125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FB7BC9D1-6614-4C71-92F9-04D58A830CFE}"/>
              </a:ext>
            </a:extLst>
          </p:cNvPr>
          <p:cNvSpPr/>
          <p:nvPr/>
        </p:nvSpPr>
        <p:spPr>
          <a:xfrm>
            <a:off x="987232" y="3560143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423A6247-7C11-4182-AF63-D7AEBEECC48C}"/>
              </a:ext>
            </a:extLst>
          </p:cNvPr>
          <p:cNvSpPr/>
          <p:nvPr/>
        </p:nvSpPr>
        <p:spPr>
          <a:xfrm>
            <a:off x="9006680" y="3331845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25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F2CE1E81-22FF-4C05-8105-6A3CF9B30607}"/>
              </a:ext>
            </a:extLst>
          </p:cNvPr>
          <p:cNvSpPr/>
          <p:nvPr/>
        </p:nvSpPr>
        <p:spPr>
          <a:xfrm>
            <a:off x="5059039" y="34058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Freelance.html</a:t>
            </a:r>
            <a:endParaRPr lang="en-US" sz="125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C3044D9D-E968-48D9-A017-710416C756E5}"/>
              </a:ext>
            </a:extLst>
          </p:cNvPr>
          <p:cNvSpPr/>
          <p:nvPr/>
        </p:nvSpPr>
        <p:spPr>
          <a:xfrm>
            <a:off x="8251097" y="350739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4E427FFC-737E-415E-AAA4-001549E6A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284" y="926791"/>
            <a:ext cx="3644127" cy="2479088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6680B96C-D23F-49D4-919C-2152992F9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859" y="831866"/>
            <a:ext cx="3306221" cy="2640609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0324C3DB-902D-4973-945B-CF682EEA8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7" y="4131284"/>
            <a:ext cx="4688580" cy="2022628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7C3EA165-589A-4D16-978B-55AC5FEFC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635" y="3993361"/>
            <a:ext cx="5169407" cy="2363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62564"/>
            <a:ext cx="2788920" cy="2639728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1B13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solidFill>
            <a:srgbClr val="1B13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0" descr="/home/claude/afritalent_ppt/icons/mo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2079117"/>
            <a:ext cx="276606" cy="2766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947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persistant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sauvegardé via localStorage entre les pages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5196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1" descr="/home/claude/afritalent_ppt/icons/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437" y="2079117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1947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2628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déclenche l'animation 0 → valeur cible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95528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2" descr="/home/claude/afritalent_ppt/icons/fil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757" y="2079117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1947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2960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freelances filtrées par catégorie sans rechargement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6118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6" name="Image 3" descr="/home/claude/afritalent_ppt/icons/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7" y="3999357"/>
            <a:ext cx="276606" cy="27660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867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formulaire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22960" y="4480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email, longueur minimale, messages d'erreur ciblés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51960" y="36118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26280" y="38862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1" name="Image 4" descr="/home/claude/afritalent_ppt/icons/lay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437" y="3999357"/>
            <a:ext cx="276606" cy="27660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12080" y="3867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26280" y="4480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style au scroll (fond, ombre, shrink)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955280" y="36118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29600" y="38862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6" name="Image 5" descr="/home/claude/afritalent_ppt/icons/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2757" y="3999357"/>
            <a:ext cx="276606" cy="27660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15400" y="3867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&amp; fade-in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229600" y="4480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retour en haut + apparition des sections au scroll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Bootstrap &amp; CSS avancé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5 UTILISÉS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(navbar-expand)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grille (col-12 / col-md-6 / col-lg-4)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(profils, plans tarifaires)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(témoignages)</a:t>
            </a:r>
            <a:endParaRPr lang="en-US" sz="1300" dirty="0"/>
          </a:p>
          <a:p>
            <a:pPr>
              <a:spcAft>
                <a:spcPts val="1000"/>
              </a:spcAft>
              <a:buSzPct val="100000"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09360" y="20574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via CSS Grid (disposition asymétrique)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(≥ 6 custom properties dans :root)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transitions (hover, fade-in)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(375px / 768px / 1200px+)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pour l'alignement des composants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(typographie titres + corps)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691640"/>
          </a:xfrm>
          <a:prstGeom prst="roundRect">
            <a:avLst>
              <a:gd name="adj" fmla="val 5405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9" name="Text 7"/>
          <p:cNvSpPr/>
          <p:nvPr/>
        </p:nvSpPr>
        <p:spPr>
          <a:xfrm>
            <a:off x="82296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— VARIABLES CSS (:root)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10235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r>
              <a:rPr lang="en-US" sz="12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>
              <a:solidFill>
                <a:srgbClr val="FFC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 #6D28D9;</a:t>
            </a:r>
            <a:endParaRPr lang="en-US" sz="1200" dirty="0">
              <a:solidFill>
                <a:srgbClr val="FFC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--color-secondary: #2563EB;</a:t>
            </a:r>
            <a:endParaRPr lang="en-US" sz="1200" dirty="0">
              <a:solidFill>
                <a:srgbClr val="FFC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--font-heading: 'Poppins', sans-serif;</a:t>
            </a:r>
            <a:endParaRPr lang="en-US" sz="1200" dirty="0">
              <a:solidFill>
                <a:srgbClr val="FFC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… à compléter avec vos propres variables */</a:t>
            </a:r>
            <a:endParaRPr lang="en-US" sz="1200" dirty="0">
              <a:solidFill>
                <a:srgbClr val="FFC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historique des commits &amp; déploiement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planifiés, chacun correspondant à une étape réelle du développement, répartis sur les 7 semaines du projet.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0789920" cy="0"/>
          </a:xfrm>
          <a:prstGeom prst="line">
            <a:avLst/>
          </a:prstGeom>
          <a:noFill/>
          <a:ln w="25400">
            <a:solidFill>
              <a:srgbClr val="D8D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64261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84096" y="2642616"/>
            <a:ext cx="201168" cy="2011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888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82976" y="264261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776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CSS base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81856" y="2642616"/>
            <a:ext cx="201168" cy="2011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664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Bento Grid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80736" y="264261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552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Responsive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79616" y="2642616"/>
            <a:ext cx="201168" cy="2011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9440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Dark mode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8496" y="264261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328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Compteurs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77376" y="2642616"/>
            <a:ext cx="201168" cy="2011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216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Filtres/Form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76256" y="264261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9104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Finalisation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375136" y="2642616"/>
            <a:ext cx="201168" cy="2011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Déploiement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52628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8" name="Image 0" descr="/home/claude/afritalent_ppt/icons/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649724"/>
            <a:ext cx="301752" cy="30175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002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0020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rony-Ams</a:t>
            </a: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200" dirty="0" err="1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AMOUSSOU_Rony-Afritalent</a:t>
            </a:r>
            <a:r>
              <a:rPr lang="en-US" sz="120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68680" y="5486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80760" y="42062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00800" y="4526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4" name="Image 1" descr="/home/claude/afritalent_ppt/icons/clou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44" y="4649724"/>
            <a:ext cx="301752" cy="30175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3232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/>
              <a:t>Lien du site</a:t>
            </a:r>
          </a:p>
        </p:txBody>
      </p:sp>
      <p:sp>
        <p:nvSpPr>
          <p:cNvPr id="36" name="Text 32"/>
          <p:cNvSpPr/>
          <p:nvPr/>
        </p:nvSpPr>
        <p:spPr>
          <a:xfrm>
            <a:off x="713232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i="0" u="sng" dirty="0">
                <a:solidFill>
                  <a:srgbClr val="4493F8"/>
                </a:solidFill>
                <a:effectLst/>
                <a:latin typeface="Mona Sans VF"/>
                <a:hlinkClick r:id="rId5"/>
              </a:rPr>
              <a:t>https://rony-ams.github.io/AMOUSSOU_Rony-AfriTalent/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400800" y="5486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et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/home/claude/afritalent_ppt/icons/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2471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3192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tardive du </a:t>
            </a:r>
            <a:r>
              <a:rPr lang="en-US" sz="16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600" i="1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6908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sur le net (</a:t>
            </a:r>
            <a:r>
              <a:rPr lang="en-US" sz="1600" i="1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openclassroom</a:t>
            </a: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/home/claude/afritalent_ppt/icons/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538" y="2247138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21488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 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92240" y="30175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33192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des taches</a:t>
            </a:r>
          </a:p>
        </p:txBody>
      </p:sp>
      <p:sp>
        <p:nvSpPr>
          <p:cNvPr id="18" name="Text 14"/>
          <p:cNvSpPr/>
          <p:nvPr/>
        </p:nvSpPr>
        <p:spPr>
          <a:xfrm>
            <a:off x="6492240" y="4389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46908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6"/>
                </a:solidFill>
              </a:rPr>
              <a:t>Concentration et </a:t>
            </a:r>
            <a:r>
              <a:rPr lang="en-US" sz="1600" dirty="0" err="1">
                <a:solidFill>
                  <a:schemeClr val="accent6"/>
                </a:solidFill>
              </a:rPr>
              <a:t>suivie</a:t>
            </a:r>
            <a:endParaRPr lang="en-US" sz="1600" dirty="0">
              <a:solidFill>
                <a:schemeClr val="accent6"/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6"/>
                </a:solidFill>
              </a:rPr>
              <a:t>(</a:t>
            </a:r>
            <a:r>
              <a:rPr lang="en-US" sz="1600" dirty="0" err="1">
                <a:solidFill>
                  <a:schemeClr val="accent6"/>
                </a:solidFill>
              </a:rPr>
              <a:t>Youtube</a:t>
            </a:r>
            <a:r>
              <a:rPr lang="en-US" sz="1600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20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et documentation utilisées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/home/claude/afritalent_ppt/icons/htm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" y="215226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30175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HTML, CSS, JavaScript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7830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2039112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/home/claude/afritalent_ppt/icons/bootstr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749" y="215226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38728" y="30175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grille, utilitaires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7830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039112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/home/claude/afritalent_ppt/icons/palet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69" y="215226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7648" y="30175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de caractères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7830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E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71432" y="2039112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/home/claude/afritalent_ppt/icons/lay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4589" y="215226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16568" y="30175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de l'interface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13048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069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/home/claude/afritalent_ppt/icons/cs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29" y="41822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681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49808" y="50474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Flexbox &amp; Grid avancés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37560" y="3813048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93592" y="4069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/home/claude/afritalent_ppt/icons/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6749" y="418223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8728" y="4681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38728" y="50474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code HTML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26480" y="3813048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82512" y="4069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6" name="Image 6" descr="/home/claude/afritalent_ppt/icons/githu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69" y="4182237"/>
            <a:ext cx="276606" cy="27660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7648" y="4681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27648" y="50474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Pages, README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15400" y="3813048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171432" y="4069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1" name="Image 7" descr="/home/claude/afritalent_ppt/icons/search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4589" y="4182237"/>
            <a:ext cx="276606" cy="27660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16568" y="4681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/ Pexels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116568" y="504748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libres de droits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4800600" cy="486918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09460" y="1627632"/>
            <a:ext cx="5029200" cy="5029200"/>
          </a:xfrm>
          <a:prstGeom prst="ellipse">
            <a:avLst/>
          </a:prstGeom>
          <a:solidFill>
            <a:srgbClr val="60A5F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/home/claude/afritalent_ppt/icons/pla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1717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à travers les 5 pages du site déployé sur GitHub Pages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794760" y="5074920"/>
            <a:ext cx="457200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4760" y="5074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Veiller</a:t>
            </a: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78718"/>
            <a:ext cx="6400800" cy="64008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3610" y="2445026"/>
            <a:ext cx="4389120" cy="4389120"/>
          </a:xfrm>
          <a:prstGeom prst="ellipse">
            <a:avLst/>
          </a:prstGeom>
          <a:solidFill>
            <a:srgbClr val="60A5F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 d'amélioration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120640" cy="481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M'A APPORTÉ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 HTML5 sémantique et de l'accessibilité de base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avancée avec CSS Grid, Flexbox et Bento Grid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Interactivité complète en JavaScript vanilla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avec Git &amp; GitHub (10 commits structurés)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r>
              <a:rPr lang="en-US" sz="120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D'AMÉLIORATION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09360" y="2697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 err="1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</a:t>
            </a: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clavier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</a:t>
            </a:r>
            <a:r>
              <a:rPr lang="en-US" sz="1300" i="1" dirty="0" err="1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 err="1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</a:t>
            </a: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300" i="1" dirty="0" err="1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Boostrap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 err="1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</a:t>
            </a:r>
            <a:r>
              <a:rPr lang="en-US" sz="1300" i="1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i="1" dirty="0" err="1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532120"/>
            <a:ext cx="1051560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— Questions 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Semestre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1139</Words>
  <Application>Microsoft Office PowerPoint</Application>
  <PresentationFormat>Grand écran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Mona Sans VF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Presentation Projet S2</dc:title>
  <dc:subject>PptxGenJS Presentation</dc:subject>
  <dc:creator>AfriTalent</dc:creator>
  <cp:lastModifiedBy>Rony Amoussou</cp:lastModifiedBy>
  <cp:revision>5</cp:revision>
  <dcterms:created xsi:type="dcterms:W3CDTF">2026-06-17T06:25:23Z</dcterms:created>
  <dcterms:modified xsi:type="dcterms:W3CDTF">2026-06-17T09:00:31Z</dcterms:modified>
</cp:coreProperties>
</file>